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almost.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79699C-C22B-3FFE-4108-3925DA448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015496" cy="1646302"/>
          </a:xfrm>
        </p:spPr>
        <p:txBody>
          <a:bodyPr/>
          <a:lstStyle/>
          <a:p>
            <a:r>
              <a:rPr lang="en-US" dirty="0"/>
              <a:t>WEB-</a:t>
            </a:r>
            <a:r>
              <a:rPr lang="ru-RU" dirty="0"/>
              <a:t>приложение «</a:t>
            </a:r>
            <a:r>
              <a:rPr lang="en-US" dirty="0"/>
              <a:t>PDF-</a:t>
            </a:r>
            <a:r>
              <a:rPr lang="ru-RU" dirty="0"/>
              <a:t>упаковщик»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DD26E8-6C5A-1F8C-3291-A538E3B7B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Швалев Иван</a:t>
            </a:r>
          </a:p>
        </p:txBody>
      </p:sp>
    </p:spTree>
    <p:extLst>
      <p:ext uri="{BB962C8B-B14F-4D97-AF65-F5344CB8AC3E}">
        <p14:creationId xmlns:p14="http://schemas.microsoft.com/office/powerpoint/2010/main" val="623181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D96030-08CD-6D32-754F-8A15E594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D21FA5-783D-4ECB-2F20-387A00B94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741221" cy="3880773"/>
          </a:xfrm>
        </p:spPr>
        <p:txBody>
          <a:bodyPr/>
          <a:lstStyle/>
          <a:p>
            <a:r>
              <a:rPr lang="ru-RU" dirty="0"/>
              <a:t>Актуальность проекта заключается в том, что частные мастера и владельцы небольших мастерских часто сталкиваются с проблемой перерасхода мате-риалов. При резке листов фанеры, пластика, металла или при печати наклеек на листах бумаги, в том или ином объеме, остаются обрезки. </a:t>
            </a:r>
          </a:p>
          <a:p>
            <a:r>
              <a:rPr lang="ru-RU" dirty="0"/>
              <a:t>Поэтому разработка простого и понятного инструмента, который автоматически рассчитает оптимальное расположение деталей является важной задачей.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1FB9621-AA4F-4B54-4C57-604D2B370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691" y="733928"/>
            <a:ext cx="3934699" cy="262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Picture background">
            <a:extLst>
              <a:ext uri="{FF2B5EF4-FFF2-40B4-BE49-F238E27FC236}">
                <a16:creationId xmlns:a16="http://schemas.microsoft.com/office/drawing/2014/main" id="{A38FCF79-9F86-C121-F4A0-5861B7F388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6" descr="Picture background">
            <a:extLst>
              <a:ext uri="{FF2B5EF4-FFF2-40B4-BE49-F238E27FC236}">
                <a16:creationId xmlns:a16="http://schemas.microsoft.com/office/drawing/2014/main" id="{53220F27-30D0-17C0-7CB0-775C7BE885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CF14699F-FC65-A011-8AC0-D4D3D68F4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691" y="3581401"/>
            <a:ext cx="3934699" cy="268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0581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033B1-8E3E-89DC-7B7C-C5B9967BB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91B657-0153-BC78-1574-43789469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0993"/>
            <a:ext cx="5856631" cy="3880773"/>
          </a:xfrm>
        </p:spPr>
        <p:txBody>
          <a:bodyPr/>
          <a:lstStyle/>
          <a:p>
            <a:r>
              <a:rPr lang="ru-RU" dirty="0"/>
              <a:t>Двумерная задача упаковки — это разновидность задач комбинаторной оптимизации, целью которой является компактное размещение деталей различной формы на одном или нескольких листах исходного материала для минимизации занимаемого пространства или максимизации коэффициента использования материала. </a:t>
            </a:r>
          </a:p>
          <a:p>
            <a:r>
              <a:rPr lang="ru-RU" dirty="0"/>
              <a:t>В 2023 году исследователи из MIT CSAIL и компании </a:t>
            </a:r>
            <a:r>
              <a:rPr lang="ru-RU" dirty="0" err="1"/>
              <a:t>Inkbit</a:t>
            </a:r>
            <a:r>
              <a:rPr lang="ru-RU" dirty="0"/>
              <a:t> представили метод </a:t>
            </a:r>
            <a:r>
              <a:rPr lang="ru-RU" dirty="0" err="1"/>
              <a:t>Spectral</a:t>
            </a:r>
            <a:r>
              <a:rPr lang="ru-RU" dirty="0"/>
              <a:t> </a:t>
            </a:r>
            <a:r>
              <a:rPr lang="ru-RU" dirty="0" err="1"/>
              <a:t>Packing</a:t>
            </a:r>
            <a:r>
              <a:rPr lang="ru-RU" dirty="0"/>
              <a:t>, который использует быстрое преобразование Фурье для ускорения расчётов при упаковке трёхмерных объектов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04EDF4D-7AB4-89B2-3962-B785548FC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273" y="1930400"/>
            <a:ext cx="5310822" cy="320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414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4DA06-F59D-FC70-F198-4336CD56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29B606-0EE9-A5D3-42B4-32C1AB6D6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4" y="1343843"/>
            <a:ext cx="6096328" cy="1820941"/>
          </a:xfrm>
        </p:spPr>
        <p:txBody>
          <a:bodyPr/>
          <a:lstStyle/>
          <a:p>
            <a:r>
              <a:rPr lang="ru-RU" dirty="0"/>
              <a:t>Цель — разработать веб-приложение (сайт), которое позволяет пользователю задавать размеры контейнера (листа материала) и деталей, а затем автоматически находить оптимальное размещение деталей на листе.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9827A-B6D4-E2BE-22A2-B28B8E3D9A3E}"/>
              </a:ext>
            </a:extLst>
          </p:cNvPr>
          <p:cNvSpPr txBox="1"/>
          <p:nvPr/>
        </p:nvSpPr>
        <p:spPr>
          <a:xfrm>
            <a:off x="672074" y="3164784"/>
            <a:ext cx="60989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Задачи:</a:t>
            </a:r>
          </a:p>
          <a:p>
            <a:r>
              <a:rPr lang="ru-RU" dirty="0"/>
              <a:t>•</a:t>
            </a:r>
            <a:r>
              <a:rPr lang="en-US" dirty="0"/>
              <a:t> </a:t>
            </a:r>
            <a:r>
              <a:rPr lang="ru-RU" dirty="0"/>
              <a:t>Провести анализ существующих алгоритмов решения задачи двумерной упаковки. </a:t>
            </a:r>
          </a:p>
          <a:p>
            <a:r>
              <a:rPr lang="ru-RU" dirty="0"/>
              <a:t>•</a:t>
            </a:r>
            <a:r>
              <a:rPr lang="en-US" dirty="0"/>
              <a:t> </a:t>
            </a:r>
            <a:r>
              <a:rPr lang="ru-RU" dirty="0"/>
              <a:t>Спроектировать структуру базы данных для хранения информации о пользователях и их проектах.</a:t>
            </a:r>
          </a:p>
          <a:p>
            <a:r>
              <a:rPr lang="ru-RU" dirty="0"/>
              <a:t>•</a:t>
            </a:r>
            <a:r>
              <a:rPr lang="en-US" dirty="0"/>
              <a:t> </a:t>
            </a:r>
            <a:r>
              <a:rPr lang="ru-RU" dirty="0"/>
              <a:t>Разработать графический интерфейс для удобного ввода параметров.</a:t>
            </a:r>
          </a:p>
          <a:p>
            <a:r>
              <a:rPr lang="ru-RU" dirty="0"/>
              <a:t>•</a:t>
            </a:r>
            <a:r>
              <a:rPr lang="en-US" dirty="0"/>
              <a:t> </a:t>
            </a:r>
            <a:r>
              <a:rPr lang="ru-RU" dirty="0"/>
              <a:t>Реализовать алгоритм упаковки </a:t>
            </a:r>
            <a:r>
              <a:rPr lang="ru-RU" dirty="0" err="1"/>
              <a:t>Spectral</a:t>
            </a:r>
            <a:r>
              <a:rPr lang="ru-RU" dirty="0"/>
              <a:t> </a:t>
            </a:r>
            <a:r>
              <a:rPr lang="ru-RU" dirty="0" err="1"/>
              <a:t>Packing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755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3A308-66C8-6D4D-03D7-6B407405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12BF65-491E-641D-B168-F6883CA20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5685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Flask</a:t>
            </a:r>
          </a:p>
          <a:p>
            <a:r>
              <a:rPr lang="en-US" sz="2800" dirty="0"/>
              <a:t>Python</a:t>
            </a:r>
          </a:p>
          <a:p>
            <a:r>
              <a:rPr lang="en-US" sz="2800" dirty="0"/>
              <a:t>SQL</a:t>
            </a:r>
          </a:p>
          <a:p>
            <a:r>
              <a:rPr lang="en-US" sz="2800" dirty="0" err="1"/>
              <a:t>Werkzeug</a:t>
            </a:r>
            <a:endParaRPr lang="en-US" sz="2800" dirty="0"/>
          </a:p>
          <a:p>
            <a:r>
              <a:rPr lang="ru-RU" sz="2800" dirty="0" err="1"/>
              <a:t>Bootstrap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69C730-6122-2281-9BFD-B3DC37C5AA8F}"/>
              </a:ext>
            </a:extLst>
          </p:cNvPr>
          <p:cNvSpPr txBox="1"/>
          <p:nvPr/>
        </p:nvSpPr>
        <p:spPr>
          <a:xfrm>
            <a:off x="677333" y="4927601"/>
            <a:ext cx="66556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Приложение развёрнуто на Ubuntu-сервере с использованием связки </a:t>
            </a:r>
            <a:r>
              <a:rPr lang="ru-RU" dirty="0" err="1"/>
              <a:t>Gunicorn</a:t>
            </a:r>
            <a:r>
              <a:rPr lang="ru-RU" dirty="0"/>
              <a:t> (WSGI-сервер) и </a:t>
            </a:r>
            <a:r>
              <a:rPr lang="ru-RU" dirty="0" err="1"/>
              <a:t>Nginx</a:t>
            </a:r>
            <a:r>
              <a:rPr lang="ru-RU" dirty="0"/>
              <a:t> (обратный прокси). </a:t>
            </a:r>
            <a:endParaRPr lang="en-US" dirty="0"/>
          </a:p>
          <a:p>
            <a:r>
              <a:rPr lang="ru-RU" dirty="0"/>
              <a:t>Реализован </a:t>
            </a:r>
            <a:r>
              <a:rPr lang="en-US" dirty="0"/>
              <a:t>REST API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6374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84880C-4E7C-2CA5-5751-83933F19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и дальнейшее развитие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AFE78E-B81E-0F4F-81D9-E5BBDCFF3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217439" cy="3880773"/>
          </a:xfrm>
        </p:spPr>
        <p:txBody>
          <a:bodyPr/>
          <a:lstStyle/>
          <a:p>
            <a:r>
              <a:rPr lang="ru-RU" dirty="0"/>
              <a:t>Целью проекта являлась разработка веб-ориентированного программного комплекса для автоматизации раскроя листовых материалов, и она была достигнута. Создан веб-сервис, который принимает PDF-файлы с контурами де-талей, применяет алгоритмы нерегулярной упаковки и возвращает пользователю оптимизированную раскладку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23DD4081-997E-B215-1611-0FB32948D96B}"/>
              </a:ext>
            </a:extLst>
          </p:cNvPr>
          <p:cNvSpPr txBox="1"/>
          <p:nvPr/>
        </p:nvSpPr>
        <p:spPr>
          <a:xfrm>
            <a:off x="6096000" y="2967335"/>
            <a:ext cx="39789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err="1"/>
              <a:t>valmost.site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52724070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282</Words>
  <Application>Microsoft Office PowerPoint</Application>
  <PresentationFormat>Широкоэкранный</PresentationFormat>
  <Paragraphs>26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WEB-приложение «PDF-упаковщик»</vt:lpstr>
      <vt:lpstr>Актуальность</vt:lpstr>
      <vt:lpstr>Проблема</vt:lpstr>
      <vt:lpstr>Цель и задачи</vt:lpstr>
      <vt:lpstr>Используемые технологии</vt:lpstr>
      <vt:lpstr>Итоги и дальнейшее развитие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1</cp:revision>
  <dcterms:created xsi:type="dcterms:W3CDTF">2026-05-05T11:10:07Z</dcterms:created>
  <dcterms:modified xsi:type="dcterms:W3CDTF">2026-05-05T11:31:17Z</dcterms:modified>
</cp:coreProperties>
</file>